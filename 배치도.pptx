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86" r:id="rId3"/>
    <p:sldId id="287" r:id="rId4"/>
    <p:sldId id="263" r:id="rId5"/>
  </p:sldIdLst>
  <p:sldSz cx="9906000" cy="6858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70C0"/>
    <a:srgbClr val="E94101"/>
    <a:srgbClr val="FF6699"/>
    <a:srgbClr val="CAEEFB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8" autoAdjust="0"/>
    <p:restoredTop sz="97384" autoAdjust="0"/>
  </p:normalViewPr>
  <p:slideViewPr>
    <p:cSldViewPr snapToGrid="0">
      <p:cViewPr varScale="1">
        <p:scale>
          <a:sx n="133" d="100"/>
          <a:sy n="133" d="100"/>
        </p:scale>
        <p:origin x="13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상영 김" userId="4286c869c9d84066" providerId="LiveId" clId="{DFEF1147-1263-43CE-BCD5-882393BF7AD6}"/>
    <pc:docChg chg="modSld sldOrd">
      <pc:chgData name="상영 김" userId="4286c869c9d84066" providerId="LiveId" clId="{DFEF1147-1263-43CE-BCD5-882393BF7AD6}" dt="2026-03-24T06:48:07.687" v="19" actId="14100"/>
      <pc:docMkLst>
        <pc:docMk/>
      </pc:docMkLst>
      <pc:sldChg chg="modSp mod">
        <pc:chgData name="상영 김" userId="4286c869c9d84066" providerId="LiveId" clId="{DFEF1147-1263-43CE-BCD5-882393BF7AD6}" dt="2026-03-24T06:48:07.687" v="19" actId="14100"/>
        <pc:sldMkLst>
          <pc:docMk/>
          <pc:sldMk cId="527585144" sldId="287"/>
        </pc:sldMkLst>
        <pc:spChg chg="mod">
          <ac:chgData name="상영 김" userId="4286c869c9d84066" providerId="LiveId" clId="{DFEF1147-1263-43CE-BCD5-882393BF7AD6}" dt="2026-03-24T06:48:03.383" v="18" actId="14100"/>
          <ac:spMkLst>
            <pc:docMk/>
            <pc:sldMk cId="527585144" sldId="287"/>
            <ac:spMk id="5" creationId="{107E5568-7257-4821-665C-F868C4870A54}"/>
          </ac:spMkLst>
        </pc:spChg>
        <pc:spChg chg="mod">
          <ac:chgData name="상영 김" userId="4286c869c9d84066" providerId="LiveId" clId="{DFEF1147-1263-43CE-BCD5-882393BF7AD6}" dt="2026-03-24T06:47:37.627" v="10" actId="14100"/>
          <ac:spMkLst>
            <pc:docMk/>
            <pc:sldMk cId="527585144" sldId="287"/>
            <ac:spMk id="17" creationId="{6E0A8111-4FFB-2343-E032-EA6FB284C370}"/>
          </ac:spMkLst>
        </pc:spChg>
        <pc:spChg chg="mod">
          <ac:chgData name="상영 김" userId="4286c869c9d84066" providerId="LiveId" clId="{DFEF1147-1263-43CE-BCD5-882393BF7AD6}" dt="2026-03-24T06:47:44.802" v="12" actId="1076"/>
          <ac:spMkLst>
            <pc:docMk/>
            <pc:sldMk cId="527585144" sldId="287"/>
            <ac:spMk id="18" creationId="{9AFACA1B-8F92-E6FD-774D-23F9606F8136}"/>
          </ac:spMkLst>
        </pc:spChg>
        <pc:spChg chg="mod">
          <ac:chgData name="상영 김" userId="4286c869c9d84066" providerId="LiveId" clId="{DFEF1147-1263-43CE-BCD5-882393BF7AD6}" dt="2026-03-24T06:48:07.687" v="19" actId="14100"/>
          <ac:spMkLst>
            <pc:docMk/>
            <pc:sldMk cId="527585144" sldId="287"/>
            <ac:spMk id="19" creationId="{F91EBE9B-2AAF-0DFA-D47B-E681AD6D3098}"/>
          </ac:spMkLst>
        </pc:spChg>
        <pc:spChg chg="mod">
          <ac:chgData name="상영 김" userId="4286c869c9d84066" providerId="LiveId" clId="{DFEF1147-1263-43CE-BCD5-882393BF7AD6}" dt="2026-03-24T06:47:52.583" v="14" actId="14100"/>
          <ac:spMkLst>
            <pc:docMk/>
            <pc:sldMk cId="527585144" sldId="287"/>
            <ac:spMk id="24" creationId="{9A0CF71B-60E2-229B-051A-81BB44A751E5}"/>
          </ac:spMkLst>
        </pc:spChg>
        <pc:spChg chg="mod">
          <ac:chgData name="상영 김" userId="4286c869c9d84066" providerId="LiveId" clId="{DFEF1147-1263-43CE-BCD5-882393BF7AD6}" dt="2026-03-24T06:47:57.870" v="16" actId="1076"/>
          <ac:spMkLst>
            <pc:docMk/>
            <pc:sldMk cId="527585144" sldId="287"/>
            <ac:spMk id="26" creationId="{1311CA0C-CF46-71EB-46BE-9CF0456D8CFF}"/>
          </ac:spMkLst>
        </pc:spChg>
      </pc:sldChg>
      <pc:sldChg chg="ord">
        <pc:chgData name="상영 김" userId="4286c869c9d84066" providerId="LiveId" clId="{DFEF1147-1263-43CE-BCD5-882393BF7AD6}" dt="2026-03-24T06:47:05.330" v="1"/>
        <pc:sldMkLst>
          <pc:docMk/>
          <pc:sldMk cId="2427214081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22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20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52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87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41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36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3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30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87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04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99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46763-6C94-4C05-BEC4-B363C783BDE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F47C6-F7EC-4B3A-B90D-6813DDAC0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23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도표, 평면도, 개략도이(가) 표시된 사진">
            <a:extLst>
              <a:ext uri="{FF2B5EF4-FFF2-40B4-BE49-F238E27FC236}">
                <a16:creationId xmlns:a16="http://schemas.microsoft.com/office/drawing/2014/main" id="{274485C5-5071-7498-2516-87796232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3" y="384507"/>
            <a:ext cx="8161021" cy="60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78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C17F-C1CB-8E07-4503-80BC3C40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81" descr="그림, 도표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1DA144-B708-FEE6-953A-07E5F9479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251" y="870754"/>
            <a:ext cx="7954393" cy="599359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76E96076-3914-8163-2DBC-AC8F0F3EA33D}"/>
              </a:ext>
            </a:extLst>
          </p:cNvPr>
          <p:cNvGrpSpPr/>
          <p:nvPr/>
        </p:nvGrpSpPr>
        <p:grpSpPr>
          <a:xfrm>
            <a:off x="3190907" y="1037350"/>
            <a:ext cx="6353841" cy="5609596"/>
            <a:chOff x="2025650" y="203200"/>
            <a:chExt cx="7264401" cy="64135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759EE69-37BF-20E3-3679-3FC625594E10}"/>
                </a:ext>
              </a:extLst>
            </p:cNvPr>
            <p:cNvSpPr/>
            <p:nvPr/>
          </p:nvSpPr>
          <p:spPr>
            <a:xfrm>
              <a:off x="2152649" y="749033"/>
              <a:ext cx="4203701" cy="1284887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7F4096-B96D-28CD-A358-39F41C42B75D}"/>
                </a:ext>
              </a:extLst>
            </p:cNvPr>
            <p:cNvSpPr/>
            <p:nvPr/>
          </p:nvSpPr>
          <p:spPr>
            <a:xfrm>
              <a:off x="2209799" y="2012950"/>
              <a:ext cx="4146551" cy="1189370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35E2C4C-261B-B61A-2B43-731EE151DC02}"/>
                </a:ext>
              </a:extLst>
            </p:cNvPr>
            <p:cNvSpPr/>
            <p:nvPr/>
          </p:nvSpPr>
          <p:spPr>
            <a:xfrm>
              <a:off x="3028950" y="3202321"/>
              <a:ext cx="3327400" cy="3408029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5FCE116-7E93-CEFE-F38F-D191E01DF168}"/>
                </a:ext>
              </a:extLst>
            </p:cNvPr>
            <p:cNvSpPr/>
            <p:nvPr/>
          </p:nvSpPr>
          <p:spPr>
            <a:xfrm>
              <a:off x="2025650" y="203200"/>
              <a:ext cx="7264400" cy="45085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DD5111-7AB6-BC4F-B55A-87A18D7DF7BF}"/>
                </a:ext>
              </a:extLst>
            </p:cNvPr>
            <p:cNvSpPr/>
            <p:nvPr/>
          </p:nvSpPr>
          <p:spPr>
            <a:xfrm>
              <a:off x="6438900" y="660400"/>
              <a:ext cx="2851150" cy="1200149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D746C60-ED91-61AB-2835-9C9A35F18935}"/>
                </a:ext>
              </a:extLst>
            </p:cNvPr>
            <p:cNvSpPr/>
            <p:nvPr/>
          </p:nvSpPr>
          <p:spPr>
            <a:xfrm>
              <a:off x="6356351" y="1866901"/>
              <a:ext cx="2933700" cy="2867464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7170DEF-0337-728C-F1B3-E840D844203E}"/>
                </a:ext>
              </a:extLst>
            </p:cNvPr>
            <p:cNvSpPr/>
            <p:nvPr/>
          </p:nvSpPr>
          <p:spPr>
            <a:xfrm>
              <a:off x="6356350" y="4740716"/>
              <a:ext cx="1016000" cy="1869633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98DB09-E0DD-39B0-8469-76A32F1CEDCC}"/>
                </a:ext>
              </a:extLst>
            </p:cNvPr>
            <p:cNvSpPr/>
            <p:nvPr/>
          </p:nvSpPr>
          <p:spPr>
            <a:xfrm>
              <a:off x="7372350" y="4838700"/>
              <a:ext cx="812800" cy="177800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016B75-97F2-32CB-5828-893DE8B014FE}"/>
              </a:ext>
            </a:extLst>
          </p:cNvPr>
          <p:cNvSpPr/>
          <p:nvPr/>
        </p:nvSpPr>
        <p:spPr>
          <a:xfrm>
            <a:off x="1924050" y="209796"/>
            <a:ext cx="7620696" cy="6053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평면도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E9F4066-16CA-3CB1-C6CC-1F0E82C1C587}"/>
              </a:ext>
            </a:extLst>
          </p:cNvPr>
          <p:cNvGrpSpPr/>
          <p:nvPr/>
        </p:nvGrpSpPr>
        <p:grpSpPr>
          <a:xfrm>
            <a:off x="273051" y="290875"/>
            <a:ext cx="1934707" cy="521752"/>
            <a:chOff x="6804848" y="6232227"/>
            <a:chExt cx="1949992" cy="526548"/>
          </a:xfrm>
        </p:grpSpPr>
        <p:sp>
          <p:nvSpPr>
            <p:cNvPr id="21" name="부제목 2">
              <a:extLst>
                <a:ext uri="{FF2B5EF4-FFF2-40B4-BE49-F238E27FC236}">
                  <a16:creationId xmlns:a16="http://schemas.microsoft.com/office/drawing/2014/main" id="{8D03C6BA-8DFB-2463-422C-3E298D1EEA1E}"/>
                </a:ext>
              </a:extLst>
            </p:cNvPr>
            <p:cNvSpPr txBox="1">
              <a:spLocks/>
            </p:cNvSpPr>
            <p:nvPr/>
          </p:nvSpPr>
          <p:spPr>
            <a:xfrm>
              <a:off x="7225200" y="6310456"/>
              <a:ext cx="1529640" cy="44831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50000"/>
                </a:lnSpc>
                <a:buNone/>
              </a:pPr>
              <a:r>
                <a:rPr lang="ko-KR" altLang="en-US" sz="1600" b="1" dirty="0">
                  <a:solidFill>
                    <a:srgbClr val="E94101"/>
                  </a:solidFill>
                </a:rPr>
                <a:t>주식회사</a:t>
              </a:r>
              <a:endParaRPr lang="en-US" altLang="ko-KR" sz="1600" b="1" dirty="0">
                <a:solidFill>
                  <a:srgbClr val="E94101"/>
                </a:solidFill>
              </a:endParaRPr>
            </a:p>
            <a:p>
              <a:pPr marL="0" indent="0">
                <a:lnSpc>
                  <a:spcPct val="50000"/>
                </a:lnSpc>
                <a:buNone/>
              </a:pPr>
              <a:r>
                <a:rPr lang="ko-KR" altLang="en-US" sz="1600" b="1" dirty="0" err="1">
                  <a:solidFill>
                    <a:srgbClr val="E94101"/>
                  </a:solidFill>
                </a:rPr>
                <a:t>동부엠티</a:t>
              </a:r>
              <a:endParaRPr lang="ko-KR" altLang="en-US" sz="1600" b="1" dirty="0">
                <a:solidFill>
                  <a:srgbClr val="E94101"/>
                </a:solidFill>
              </a:endParaRPr>
            </a:p>
          </p:txBody>
        </p:sp>
        <p:pic>
          <p:nvPicPr>
            <p:cNvPr id="22" name="그림 21" descr="돼지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E9573A8-CA32-8398-E039-1403F1A58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848" y="6232227"/>
              <a:ext cx="469429" cy="51361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C47330-CDB6-B9D0-4E66-178343FA58C9}"/>
              </a:ext>
            </a:extLst>
          </p:cNvPr>
          <p:cNvSpPr txBox="1"/>
          <p:nvPr/>
        </p:nvSpPr>
        <p:spPr>
          <a:xfrm>
            <a:off x="361255" y="1581150"/>
            <a:ext cx="1222750" cy="307777"/>
          </a:xfrm>
          <a:prstGeom prst="rect">
            <a:avLst/>
          </a:prstGeom>
          <a:solidFill>
            <a:srgbClr val="CAEEFB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청결구역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7ABD5-C348-83EF-4035-20B093140A1F}"/>
              </a:ext>
            </a:extLst>
          </p:cNvPr>
          <p:cNvSpPr txBox="1"/>
          <p:nvPr/>
        </p:nvSpPr>
        <p:spPr>
          <a:xfrm>
            <a:off x="361254" y="2244873"/>
            <a:ext cx="1222750" cy="30777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일반구역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40ACDFC-67FE-D8D0-FCA5-38C231D5A44F}"/>
              </a:ext>
            </a:extLst>
          </p:cNvPr>
          <p:cNvGrpSpPr/>
          <p:nvPr/>
        </p:nvGrpSpPr>
        <p:grpSpPr>
          <a:xfrm>
            <a:off x="7572103" y="3663295"/>
            <a:ext cx="1972641" cy="1030628"/>
            <a:chOff x="7572103" y="3663295"/>
            <a:chExt cx="1972641" cy="103062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6F757C6-AEC4-83BE-B58D-8FA97D325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2103" y="4331922"/>
              <a:ext cx="295316" cy="36200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696799B-795F-F420-A86C-24FFA61A2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2481" y="3663295"/>
              <a:ext cx="295316" cy="362001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DC07813-2E3B-B8E2-D3DF-7E3BECE9B571}"/>
                </a:ext>
              </a:extLst>
            </p:cNvPr>
            <p:cNvCxnSpPr>
              <a:cxnSpLocks/>
            </p:cNvCxnSpPr>
            <p:nvPr/>
          </p:nvCxnSpPr>
          <p:spPr>
            <a:xfrm>
              <a:off x="8478982" y="4123049"/>
              <a:ext cx="106576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51B87F-81FD-7810-59DA-7FBB4F227474}"/>
              </a:ext>
            </a:extLst>
          </p:cNvPr>
          <p:cNvSpPr/>
          <p:nvPr/>
        </p:nvSpPr>
        <p:spPr>
          <a:xfrm>
            <a:off x="4665008" y="1879583"/>
            <a:ext cx="797624" cy="213916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가공실</a:t>
            </a:r>
            <a:r>
              <a:rPr lang="en-US" altLang="ko-KR" sz="1100" b="1" dirty="0">
                <a:solidFill>
                  <a:schemeClr val="tx1"/>
                </a:solidFill>
              </a:rPr>
              <a:t>1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0C0433-3D23-F92B-B68A-22173F6D60AE}"/>
              </a:ext>
            </a:extLst>
          </p:cNvPr>
          <p:cNvSpPr/>
          <p:nvPr/>
        </p:nvSpPr>
        <p:spPr>
          <a:xfrm>
            <a:off x="5010446" y="4254646"/>
            <a:ext cx="797624" cy="355454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가공실</a:t>
            </a:r>
            <a:r>
              <a:rPr lang="en-US" altLang="ko-KR" sz="1100" b="1" dirty="0">
                <a:solidFill>
                  <a:schemeClr val="tx1"/>
                </a:solidFill>
              </a:rPr>
              <a:t>2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EBE7DE-4493-1FF2-4B59-C0372C124E78}"/>
              </a:ext>
            </a:extLst>
          </p:cNvPr>
          <p:cNvSpPr/>
          <p:nvPr/>
        </p:nvSpPr>
        <p:spPr>
          <a:xfrm>
            <a:off x="8504457" y="3648816"/>
            <a:ext cx="797624" cy="355454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완제품</a:t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냉장실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8F5B80-9B2A-4B93-2992-DB47203A41ED}"/>
              </a:ext>
            </a:extLst>
          </p:cNvPr>
          <p:cNvSpPr/>
          <p:nvPr/>
        </p:nvSpPr>
        <p:spPr>
          <a:xfrm>
            <a:off x="8484934" y="4355089"/>
            <a:ext cx="797624" cy="355454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원료육</a:t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냉장실</a:t>
            </a:r>
          </a:p>
        </p:txBody>
      </p:sp>
    </p:spTree>
    <p:extLst>
      <p:ext uri="{BB962C8B-B14F-4D97-AF65-F5344CB8AC3E}">
        <p14:creationId xmlns:p14="http://schemas.microsoft.com/office/powerpoint/2010/main" val="362164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49C9-BC93-84DE-D854-04FBDAC0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81" descr="그림, 도표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9A1DB5-EE03-EF05-D8F0-1A358F70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251" y="870754"/>
            <a:ext cx="7954393" cy="599359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BEF6543-A279-942A-545C-AFBA86F9CC08}"/>
              </a:ext>
            </a:extLst>
          </p:cNvPr>
          <p:cNvGrpSpPr/>
          <p:nvPr/>
        </p:nvGrpSpPr>
        <p:grpSpPr>
          <a:xfrm>
            <a:off x="3190907" y="1037350"/>
            <a:ext cx="6353840" cy="5609596"/>
            <a:chOff x="2025650" y="203200"/>
            <a:chExt cx="7264400" cy="64135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455B96-1F64-478C-E808-6593DB01E7A3}"/>
                </a:ext>
              </a:extLst>
            </p:cNvPr>
            <p:cNvSpPr/>
            <p:nvPr/>
          </p:nvSpPr>
          <p:spPr>
            <a:xfrm>
              <a:off x="2152648" y="749033"/>
              <a:ext cx="4203701" cy="1284887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336DFFA-354E-0076-FA13-C53C194403AE}"/>
                </a:ext>
              </a:extLst>
            </p:cNvPr>
            <p:cNvSpPr/>
            <p:nvPr/>
          </p:nvSpPr>
          <p:spPr>
            <a:xfrm>
              <a:off x="2209799" y="2012950"/>
              <a:ext cx="4146551" cy="1189370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927412E-BCB0-A3EC-A5D2-428345DD28CF}"/>
                </a:ext>
              </a:extLst>
            </p:cNvPr>
            <p:cNvSpPr/>
            <p:nvPr/>
          </p:nvSpPr>
          <p:spPr>
            <a:xfrm>
              <a:off x="3028950" y="3202321"/>
              <a:ext cx="3327400" cy="3408029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DB5205-154F-BF40-32F3-5D23304700DD}"/>
                </a:ext>
              </a:extLst>
            </p:cNvPr>
            <p:cNvSpPr/>
            <p:nvPr/>
          </p:nvSpPr>
          <p:spPr>
            <a:xfrm>
              <a:off x="7430518" y="2971800"/>
              <a:ext cx="1859532" cy="1778000"/>
            </a:xfrm>
            <a:prstGeom prst="rect">
              <a:avLst/>
            </a:prstGeom>
            <a:solidFill>
              <a:srgbClr val="FF00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E41018-E04C-2BFA-D1B3-757D3DFA5B4D}"/>
                </a:ext>
              </a:extLst>
            </p:cNvPr>
            <p:cNvSpPr/>
            <p:nvPr/>
          </p:nvSpPr>
          <p:spPr>
            <a:xfrm>
              <a:off x="2025650" y="203200"/>
              <a:ext cx="7264400" cy="45085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C83EE9-C73A-115D-77A7-5138BCF8C383}"/>
                </a:ext>
              </a:extLst>
            </p:cNvPr>
            <p:cNvSpPr/>
            <p:nvPr/>
          </p:nvSpPr>
          <p:spPr>
            <a:xfrm>
              <a:off x="6438900" y="660400"/>
              <a:ext cx="2851150" cy="1200149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638B840-9518-3F04-D863-24824828F51B}"/>
                </a:ext>
              </a:extLst>
            </p:cNvPr>
            <p:cNvSpPr/>
            <p:nvPr/>
          </p:nvSpPr>
          <p:spPr>
            <a:xfrm>
              <a:off x="6438900" y="1866900"/>
              <a:ext cx="2851150" cy="105410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23929FE-F939-6553-6B92-97304667C1AE}"/>
                </a:ext>
              </a:extLst>
            </p:cNvPr>
            <p:cNvSpPr/>
            <p:nvPr/>
          </p:nvSpPr>
          <p:spPr>
            <a:xfrm>
              <a:off x="6438900" y="2921000"/>
              <a:ext cx="933450" cy="368935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8E9DFE8-FE90-53C6-C4EB-4F15E4E77E0A}"/>
                </a:ext>
              </a:extLst>
            </p:cNvPr>
            <p:cNvSpPr/>
            <p:nvPr/>
          </p:nvSpPr>
          <p:spPr>
            <a:xfrm>
              <a:off x="7372350" y="4838700"/>
              <a:ext cx="812800" cy="177800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3238C5-4E67-7281-714A-F452C6E1072F}"/>
              </a:ext>
            </a:extLst>
          </p:cNvPr>
          <p:cNvSpPr/>
          <p:nvPr/>
        </p:nvSpPr>
        <p:spPr>
          <a:xfrm>
            <a:off x="1924050" y="209796"/>
            <a:ext cx="7620696" cy="6053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장비 배치도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FCC8AD3-7785-ECC8-0765-847A3B2FEAF0}"/>
              </a:ext>
            </a:extLst>
          </p:cNvPr>
          <p:cNvGrpSpPr/>
          <p:nvPr/>
        </p:nvGrpSpPr>
        <p:grpSpPr>
          <a:xfrm>
            <a:off x="273051" y="290875"/>
            <a:ext cx="1934707" cy="521752"/>
            <a:chOff x="6804848" y="6232227"/>
            <a:chExt cx="1949992" cy="526548"/>
          </a:xfrm>
        </p:grpSpPr>
        <p:sp>
          <p:nvSpPr>
            <p:cNvPr id="21" name="부제목 2">
              <a:extLst>
                <a:ext uri="{FF2B5EF4-FFF2-40B4-BE49-F238E27FC236}">
                  <a16:creationId xmlns:a16="http://schemas.microsoft.com/office/drawing/2014/main" id="{F3AEE509-C577-46C7-C732-FA3874A45ACA}"/>
                </a:ext>
              </a:extLst>
            </p:cNvPr>
            <p:cNvSpPr txBox="1">
              <a:spLocks/>
            </p:cNvSpPr>
            <p:nvPr/>
          </p:nvSpPr>
          <p:spPr>
            <a:xfrm>
              <a:off x="7225200" y="6310456"/>
              <a:ext cx="1529640" cy="44831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50000"/>
                </a:lnSpc>
                <a:buNone/>
              </a:pPr>
              <a:r>
                <a:rPr lang="ko-KR" altLang="en-US" sz="1600" b="1" dirty="0">
                  <a:solidFill>
                    <a:srgbClr val="E94101"/>
                  </a:solidFill>
                </a:rPr>
                <a:t>주식회사</a:t>
              </a:r>
              <a:endParaRPr lang="en-US" altLang="ko-KR" sz="1600" b="1" dirty="0">
                <a:solidFill>
                  <a:srgbClr val="E94101"/>
                </a:solidFill>
              </a:endParaRPr>
            </a:p>
            <a:p>
              <a:pPr marL="0" indent="0">
                <a:lnSpc>
                  <a:spcPct val="50000"/>
                </a:lnSpc>
                <a:buNone/>
              </a:pPr>
              <a:r>
                <a:rPr lang="ko-KR" altLang="en-US" sz="1600" b="1" dirty="0" err="1">
                  <a:solidFill>
                    <a:srgbClr val="E94101"/>
                  </a:solidFill>
                </a:rPr>
                <a:t>동부엠티</a:t>
              </a:r>
              <a:endParaRPr lang="ko-KR" altLang="en-US" sz="1600" b="1" dirty="0">
                <a:solidFill>
                  <a:srgbClr val="E94101"/>
                </a:solidFill>
              </a:endParaRPr>
            </a:p>
          </p:txBody>
        </p:sp>
        <p:pic>
          <p:nvPicPr>
            <p:cNvPr id="22" name="그림 21" descr="돼지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E392AC4-E39A-5ADB-89A2-4CAE067FA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848" y="6232227"/>
              <a:ext cx="469429" cy="51361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1F1773-70C2-E2C0-2DEA-0DF22883B253}"/>
              </a:ext>
            </a:extLst>
          </p:cNvPr>
          <p:cNvSpPr txBox="1"/>
          <p:nvPr/>
        </p:nvSpPr>
        <p:spPr>
          <a:xfrm>
            <a:off x="361255" y="1581150"/>
            <a:ext cx="1222750" cy="307777"/>
          </a:xfrm>
          <a:prstGeom prst="rect">
            <a:avLst/>
          </a:prstGeom>
          <a:solidFill>
            <a:srgbClr val="CAEEFB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청결구역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1C200-08E4-B0E1-5E37-277A87CCBE59}"/>
              </a:ext>
            </a:extLst>
          </p:cNvPr>
          <p:cNvSpPr txBox="1"/>
          <p:nvPr/>
        </p:nvSpPr>
        <p:spPr>
          <a:xfrm>
            <a:off x="361254" y="2244873"/>
            <a:ext cx="1222750" cy="30777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일반구역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2218A-E33C-3032-5C22-8EAE7B18047F}"/>
              </a:ext>
            </a:extLst>
          </p:cNvPr>
          <p:cNvSpPr txBox="1"/>
          <p:nvPr/>
        </p:nvSpPr>
        <p:spPr>
          <a:xfrm>
            <a:off x="361254" y="2908596"/>
            <a:ext cx="1222750" cy="307777"/>
          </a:xfrm>
          <a:prstGeom prst="rect">
            <a:avLst/>
          </a:prstGeom>
          <a:solidFill>
            <a:srgbClr val="FF6699">
              <a:alpha val="50196"/>
            </a:srgb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CCP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7E5568-7257-4821-665C-F868C4870A54}"/>
              </a:ext>
            </a:extLst>
          </p:cNvPr>
          <p:cNvSpPr/>
          <p:nvPr/>
        </p:nvSpPr>
        <p:spPr>
          <a:xfrm rot="5400000">
            <a:off x="6152307" y="4296926"/>
            <a:ext cx="930761" cy="345449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진공기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0A8111-4FFB-2343-E032-EA6FB284C370}"/>
              </a:ext>
            </a:extLst>
          </p:cNvPr>
          <p:cNvSpPr/>
          <p:nvPr/>
        </p:nvSpPr>
        <p:spPr>
          <a:xfrm>
            <a:off x="5094406" y="2730560"/>
            <a:ext cx="597509" cy="237144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2">
                    <a:lumMod val="90000"/>
                    <a:lumOff val="10000"/>
                  </a:schemeClr>
                </a:solidFill>
              </a:rPr>
              <a:t>골절기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FACA1B-8F92-E6FD-774D-23F9606F8136}"/>
              </a:ext>
            </a:extLst>
          </p:cNvPr>
          <p:cNvSpPr/>
          <p:nvPr/>
        </p:nvSpPr>
        <p:spPr>
          <a:xfrm>
            <a:off x="4412937" y="2730560"/>
            <a:ext cx="597509" cy="237144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육절기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1EBE9B-2AAF-0DFA-D47B-E681AD6D3098}"/>
              </a:ext>
            </a:extLst>
          </p:cNvPr>
          <p:cNvSpPr/>
          <p:nvPr/>
        </p:nvSpPr>
        <p:spPr>
          <a:xfrm rot="16200000">
            <a:off x="4052328" y="3766870"/>
            <a:ext cx="1257740" cy="428719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고속육절기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A0CF71B-60E2-229B-051A-81BB44A751E5}"/>
              </a:ext>
            </a:extLst>
          </p:cNvPr>
          <p:cNvSpPr/>
          <p:nvPr/>
        </p:nvSpPr>
        <p:spPr>
          <a:xfrm rot="16200000">
            <a:off x="5096178" y="5235548"/>
            <a:ext cx="712800" cy="710988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2">
                    <a:lumMod val="90000"/>
                    <a:lumOff val="10000"/>
                  </a:schemeClr>
                </a:solidFill>
              </a:rPr>
              <a:t>도마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311CA0C-CF46-71EB-46BE-9CF0456D8CFF}"/>
              </a:ext>
            </a:extLst>
          </p:cNvPr>
          <p:cNvSpPr/>
          <p:nvPr/>
        </p:nvSpPr>
        <p:spPr>
          <a:xfrm rot="16200000">
            <a:off x="4053643" y="5867347"/>
            <a:ext cx="712800" cy="345447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2">
                    <a:lumMod val="90000"/>
                    <a:lumOff val="10000"/>
                  </a:schemeClr>
                </a:solidFill>
              </a:rPr>
              <a:t>민서기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3C35E8-F90D-C870-1B95-2C79AE60E68E}"/>
              </a:ext>
            </a:extLst>
          </p:cNvPr>
          <p:cNvSpPr/>
          <p:nvPr/>
        </p:nvSpPr>
        <p:spPr>
          <a:xfrm rot="16200000">
            <a:off x="3234463" y="2962669"/>
            <a:ext cx="644271" cy="237144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편육기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B5B195-7BCC-F41C-4465-12A41CD32BF5}"/>
              </a:ext>
            </a:extLst>
          </p:cNvPr>
          <p:cNvSpPr/>
          <p:nvPr/>
        </p:nvSpPr>
        <p:spPr>
          <a:xfrm>
            <a:off x="6023476" y="5091810"/>
            <a:ext cx="905311" cy="322135"/>
          </a:xfrm>
          <a:prstGeom prst="rect">
            <a:avLst/>
          </a:prstGeom>
          <a:solidFill>
            <a:srgbClr val="FF006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금속검출기</a:t>
            </a:r>
            <a:endParaRPr lang="ko-KR" altLang="en-US" sz="105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767E3EC-59CD-24DB-7377-750C3B6DB653}"/>
              </a:ext>
            </a:extLst>
          </p:cNvPr>
          <p:cNvGrpSpPr/>
          <p:nvPr/>
        </p:nvGrpSpPr>
        <p:grpSpPr>
          <a:xfrm>
            <a:off x="7572103" y="3663295"/>
            <a:ext cx="1972641" cy="1030628"/>
            <a:chOff x="7572103" y="3663295"/>
            <a:chExt cx="1972641" cy="1030628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2CD15FC4-AA53-80A8-3C2B-F76054C1B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2103" y="4331922"/>
              <a:ext cx="295316" cy="362001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F04023AF-A947-9C1B-1A45-D25B6023D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2481" y="3663295"/>
              <a:ext cx="295316" cy="362001"/>
            </a:xfrm>
            <a:prstGeom prst="rect">
              <a:avLst/>
            </a:prstGeom>
          </p:spPr>
        </p:pic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94B3D61-67C9-6B71-6A04-596004CC3150}"/>
                </a:ext>
              </a:extLst>
            </p:cNvPr>
            <p:cNvCxnSpPr>
              <a:cxnSpLocks/>
            </p:cNvCxnSpPr>
            <p:nvPr/>
          </p:nvCxnSpPr>
          <p:spPr>
            <a:xfrm>
              <a:off x="8478982" y="4123049"/>
              <a:ext cx="106576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C49289-DD74-0891-A451-43879517E15F}"/>
              </a:ext>
            </a:extLst>
          </p:cNvPr>
          <p:cNvSpPr/>
          <p:nvPr/>
        </p:nvSpPr>
        <p:spPr>
          <a:xfrm>
            <a:off x="4665008" y="1879583"/>
            <a:ext cx="797624" cy="213916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가공실</a:t>
            </a:r>
            <a:r>
              <a:rPr lang="en-US" altLang="ko-KR" sz="1100" b="1" dirty="0">
                <a:solidFill>
                  <a:schemeClr val="tx1"/>
                </a:solidFill>
              </a:rPr>
              <a:t>1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6DE588-9E5C-509C-0066-1692677A7A5E}"/>
              </a:ext>
            </a:extLst>
          </p:cNvPr>
          <p:cNvSpPr/>
          <p:nvPr/>
        </p:nvSpPr>
        <p:spPr>
          <a:xfrm>
            <a:off x="5010446" y="4254646"/>
            <a:ext cx="797624" cy="355454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가공실</a:t>
            </a:r>
            <a:r>
              <a:rPr lang="en-US" altLang="ko-KR" sz="1100" b="1" dirty="0">
                <a:solidFill>
                  <a:schemeClr val="tx1"/>
                </a:solidFill>
              </a:rPr>
              <a:t>2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40D18A-21E8-FD82-EC12-42290266AC6D}"/>
              </a:ext>
            </a:extLst>
          </p:cNvPr>
          <p:cNvSpPr/>
          <p:nvPr/>
        </p:nvSpPr>
        <p:spPr>
          <a:xfrm>
            <a:off x="8504457" y="3648816"/>
            <a:ext cx="797624" cy="355454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완제품</a:t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냉장실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690C076-28D1-768C-0273-033D59DD9035}"/>
              </a:ext>
            </a:extLst>
          </p:cNvPr>
          <p:cNvSpPr/>
          <p:nvPr/>
        </p:nvSpPr>
        <p:spPr>
          <a:xfrm>
            <a:off x="8484934" y="4355089"/>
            <a:ext cx="797624" cy="355454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원료육</a:t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냉장실</a:t>
            </a:r>
          </a:p>
        </p:txBody>
      </p:sp>
    </p:spTree>
    <p:extLst>
      <p:ext uri="{BB962C8B-B14F-4D97-AF65-F5344CB8AC3E}">
        <p14:creationId xmlns:p14="http://schemas.microsoft.com/office/powerpoint/2010/main" val="52758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6275-5598-91A9-EE31-6C408769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81" descr="그림, 도표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9850B7-2C04-B3C9-E82E-BB4DE6B76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251" y="870754"/>
            <a:ext cx="7954393" cy="599359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7D75D3B-C0A6-F03F-7DD0-953EFB82B23E}"/>
              </a:ext>
            </a:extLst>
          </p:cNvPr>
          <p:cNvGrpSpPr/>
          <p:nvPr/>
        </p:nvGrpSpPr>
        <p:grpSpPr>
          <a:xfrm>
            <a:off x="3190905" y="1038608"/>
            <a:ext cx="6353840" cy="5609596"/>
            <a:chOff x="2025650" y="203200"/>
            <a:chExt cx="7264400" cy="64135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987B9EC-3AA7-2D8F-F368-3E1A22716C5A}"/>
                </a:ext>
              </a:extLst>
            </p:cNvPr>
            <p:cNvSpPr/>
            <p:nvPr/>
          </p:nvSpPr>
          <p:spPr>
            <a:xfrm>
              <a:off x="2152650" y="758081"/>
              <a:ext cx="4213511" cy="1247506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BCDA91C-67DF-C3D3-02C6-E1B7A2E103B1}"/>
                </a:ext>
              </a:extLst>
            </p:cNvPr>
            <p:cNvSpPr/>
            <p:nvPr/>
          </p:nvSpPr>
          <p:spPr>
            <a:xfrm>
              <a:off x="2135883" y="2012950"/>
              <a:ext cx="4244849" cy="1124129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92681ED-4193-5A8F-0C5C-D6A8A5345965}"/>
                </a:ext>
              </a:extLst>
            </p:cNvPr>
            <p:cNvSpPr/>
            <p:nvPr/>
          </p:nvSpPr>
          <p:spPr>
            <a:xfrm>
              <a:off x="3028950" y="3144442"/>
              <a:ext cx="3330335" cy="3465908"/>
            </a:xfrm>
            <a:prstGeom prst="rect">
              <a:avLst/>
            </a:prstGeom>
            <a:solidFill>
              <a:srgbClr val="CAEEFB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D32E0A3-57C2-70A3-361D-5817F5E05AB5}"/>
                </a:ext>
              </a:extLst>
            </p:cNvPr>
            <p:cNvSpPr/>
            <p:nvPr/>
          </p:nvSpPr>
          <p:spPr>
            <a:xfrm>
              <a:off x="7430518" y="2971800"/>
              <a:ext cx="1859532" cy="1778000"/>
            </a:xfrm>
            <a:prstGeom prst="rect">
              <a:avLst/>
            </a:prstGeom>
            <a:solidFill>
              <a:srgbClr val="FF00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BC3A536-E6FB-9F93-E0A4-AC525A2B7AEE}"/>
                </a:ext>
              </a:extLst>
            </p:cNvPr>
            <p:cNvSpPr/>
            <p:nvPr/>
          </p:nvSpPr>
          <p:spPr>
            <a:xfrm>
              <a:off x="5264151" y="4838699"/>
              <a:ext cx="1035050" cy="368300"/>
            </a:xfrm>
            <a:prstGeom prst="rect">
              <a:avLst/>
            </a:prstGeom>
            <a:solidFill>
              <a:srgbClr val="FF00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 err="1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금속검출기</a:t>
              </a:r>
              <a:endParaRPr lang="ko-KR" altLang="en-US" sz="1050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A80696-58FC-9D9B-EC1F-05A16624ABB4}"/>
                </a:ext>
              </a:extLst>
            </p:cNvPr>
            <p:cNvSpPr/>
            <p:nvPr/>
          </p:nvSpPr>
          <p:spPr>
            <a:xfrm>
              <a:off x="2025650" y="203200"/>
              <a:ext cx="7264400" cy="45085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D395404-4BF1-D93A-0AF1-F199F49E4ED3}"/>
                </a:ext>
              </a:extLst>
            </p:cNvPr>
            <p:cNvSpPr/>
            <p:nvPr/>
          </p:nvSpPr>
          <p:spPr>
            <a:xfrm>
              <a:off x="6366161" y="660400"/>
              <a:ext cx="2923889" cy="1200149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C3DDED5-A181-C841-8CDD-429CDC1D441A}"/>
                </a:ext>
              </a:extLst>
            </p:cNvPr>
            <p:cNvSpPr/>
            <p:nvPr/>
          </p:nvSpPr>
          <p:spPr>
            <a:xfrm>
              <a:off x="6438900" y="1866900"/>
              <a:ext cx="2851150" cy="105410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D616744-89B8-2674-03CC-FE44076C33DF}"/>
                </a:ext>
              </a:extLst>
            </p:cNvPr>
            <p:cNvSpPr/>
            <p:nvPr/>
          </p:nvSpPr>
          <p:spPr>
            <a:xfrm>
              <a:off x="6438900" y="2921000"/>
              <a:ext cx="933450" cy="368935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569175F-98F4-C663-C3A4-DCEEB75E9F62}"/>
                </a:ext>
              </a:extLst>
            </p:cNvPr>
            <p:cNvSpPr/>
            <p:nvPr/>
          </p:nvSpPr>
          <p:spPr>
            <a:xfrm>
              <a:off x="7372350" y="4838700"/>
              <a:ext cx="812800" cy="1778000"/>
            </a:xfrm>
            <a:prstGeom prst="rect">
              <a:avLst/>
            </a:prstGeom>
            <a:solidFill>
              <a:srgbClr val="FFFFC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CC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BDD86A7-B3FC-103F-0D0F-1B3F69A621DA}"/>
              </a:ext>
            </a:extLst>
          </p:cNvPr>
          <p:cNvSpPr txBox="1"/>
          <p:nvPr/>
        </p:nvSpPr>
        <p:spPr>
          <a:xfrm>
            <a:off x="361255" y="1285590"/>
            <a:ext cx="1222750" cy="898900"/>
          </a:xfrm>
          <a:prstGeom prst="rect">
            <a:avLst/>
          </a:prstGeom>
          <a:solidFill>
            <a:srgbClr val="CAEEFB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/>
              <a:t>청결구역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100" b="1" dirty="0"/>
              <a:t>작업자 </a:t>
            </a:r>
            <a:r>
              <a:rPr lang="ko-KR" altLang="en-US" sz="1100" b="1" dirty="0" err="1"/>
              <a:t>이동동선</a:t>
            </a:r>
            <a:endParaRPr lang="en-US" altLang="ko-KR" sz="1100" b="1" dirty="0"/>
          </a:p>
          <a:p>
            <a:pPr algn="ctr">
              <a:lnSpc>
                <a:spcPct val="150000"/>
              </a:lnSpc>
            </a:pPr>
            <a:endParaRPr lang="ko-KR" altLang="en-US" sz="11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2516C0-C71F-8796-F034-EC22868E778F}"/>
              </a:ext>
            </a:extLst>
          </p:cNvPr>
          <p:cNvSpPr txBox="1"/>
          <p:nvPr/>
        </p:nvSpPr>
        <p:spPr>
          <a:xfrm>
            <a:off x="361253" y="2447755"/>
            <a:ext cx="1222750" cy="8989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/>
              <a:t>일반구역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100" b="1" dirty="0"/>
              <a:t>작업자 </a:t>
            </a:r>
            <a:r>
              <a:rPr lang="ko-KR" altLang="en-US" sz="1100" b="1" dirty="0" err="1"/>
              <a:t>이동동선</a:t>
            </a:r>
            <a:endParaRPr lang="en-US" altLang="ko-KR" sz="1100" b="1" dirty="0"/>
          </a:p>
          <a:p>
            <a:pPr algn="ctr">
              <a:lnSpc>
                <a:spcPct val="150000"/>
              </a:lnSpc>
            </a:pPr>
            <a:endParaRPr lang="ko-KR" altLang="en-US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F5704-FF47-CF4B-14D6-014DF55E717B}"/>
              </a:ext>
            </a:extLst>
          </p:cNvPr>
          <p:cNvSpPr txBox="1"/>
          <p:nvPr/>
        </p:nvSpPr>
        <p:spPr>
          <a:xfrm>
            <a:off x="361253" y="3609920"/>
            <a:ext cx="1222750" cy="307777"/>
          </a:xfrm>
          <a:prstGeom prst="rect">
            <a:avLst/>
          </a:prstGeom>
          <a:solidFill>
            <a:srgbClr val="FF6699">
              <a:alpha val="50196"/>
            </a:srgb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CCP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69685F-101A-D29B-4763-A6CC0CC5F4D9}"/>
              </a:ext>
            </a:extLst>
          </p:cNvPr>
          <p:cNvSpPr/>
          <p:nvPr/>
        </p:nvSpPr>
        <p:spPr>
          <a:xfrm>
            <a:off x="1924050" y="209796"/>
            <a:ext cx="7620696" cy="6053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작업자 </a:t>
            </a:r>
            <a:r>
              <a:rPr lang="en-US" altLang="ko-KR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/ </a:t>
            </a:r>
            <a:r>
              <a:rPr lang="ko-KR" alt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물류 </a:t>
            </a:r>
            <a:r>
              <a:rPr lang="ko-KR" altLang="en-US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이동동선</a:t>
            </a:r>
            <a:endParaRPr lang="ko-KR" altLang="en-US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4CF7BD2-9DF3-7C9D-B099-B55A87D53550}"/>
              </a:ext>
            </a:extLst>
          </p:cNvPr>
          <p:cNvGrpSpPr/>
          <p:nvPr/>
        </p:nvGrpSpPr>
        <p:grpSpPr>
          <a:xfrm>
            <a:off x="273051" y="290875"/>
            <a:ext cx="1934707" cy="521752"/>
            <a:chOff x="6804848" y="6232227"/>
            <a:chExt cx="1949992" cy="526548"/>
          </a:xfrm>
        </p:grpSpPr>
        <p:sp>
          <p:nvSpPr>
            <p:cNvPr id="21" name="부제목 2">
              <a:extLst>
                <a:ext uri="{FF2B5EF4-FFF2-40B4-BE49-F238E27FC236}">
                  <a16:creationId xmlns:a16="http://schemas.microsoft.com/office/drawing/2014/main" id="{B4009704-3519-0A43-20C3-FA30F3DE3F18}"/>
                </a:ext>
              </a:extLst>
            </p:cNvPr>
            <p:cNvSpPr txBox="1">
              <a:spLocks/>
            </p:cNvSpPr>
            <p:nvPr/>
          </p:nvSpPr>
          <p:spPr>
            <a:xfrm>
              <a:off x="7225200" y="6310456"/>
              <a:ext cx="1529640" cy="44831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50000"/>
                </a:lnSpc>
                <a:buNone/>
              </a:pPr>
              <a:r>
                <a:rPr lang="ko-KR" altLang="en-US" sz="1600" b="1" dirty="0">
                  <a:solidFill>
                    <a:srgbClr val="E94101"/>
                  </a:solidFill>
                </a:rPr>
                <a:t>주식회사</a:t>
              </a:r>
              <a:endParaRPr lang="en-US" altLang="ko-KR" sz="1600" b="1" dirty="0">
                <a:solidFill>
                  <a:srgbClr val="E94101"/>
                </a:solidFill>
              </a:endParaRPr>
            </a:p>
            <a:p>
              <a:pPr marL="0" indent="0">
                <a:lnSpc>
                  <a:spcPct val="50000"/>
                </a:lnSpc>
                <a:buNone/>
              </a:pPr>
              <a:r>
                <a:rPr lang="ko-KR" altLang="en-US" sz="1600" b="1" dirty="0" err="1">
                  <a:solidFill>
                    <a:srgbClr val="E94101"/>
                  </a:solidFill>
                </a:rPr>
                <a:t>동부엠티</a:t>
              </a:r>
              <a:endParaRPr lang="ko-KR" altLang="en-US" sz="1600" b="1" dirty="0">
                <a:solidFill>
                  <a:srgbClr val="E94101"/>
                </a:solidFill>
              </a:endParaRPr>
            </a:p>
          </p:txBody>
        </p:sp>
        <p:pic>
          <p:nvPicPr>
            <p:cNvPr id="22" name="그림 21" descr="돼지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2383475-C4EE-4FF8-52B9-3D0633A68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848" y="6232227"/>
              <a:ext cx="469429" cy="513612"/>
            </a:xfrm>
            <a:prstGeom prst="rect">
              <a:avLst/>
            </a:prstGeom>
          </p:spPr>
        </p:pic>
      </p:grp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1D371BC-B325-0120-B1B4-B72D0C887DE8}"/>
              </a:ext>
            </a:extLst>
          </p:cNvPr>
          <p:cNvCxnSpPr>
            <a:cxnSpLocks/>
          </p:cNvCxnSpPr>
          <p:nvPr/>
        </p:nvCxnSpPr>
        <p:spPr>
          <a:xfrm>
            <a:off x="610104" y="2017406"/>
            <a:ext cx="7683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9755AC0-5006-2B16-0358-41CD59A280A4}"/>
              </a:ext>
            </a:extLst>
          </p:cNvPr>
          <p:cNvCxnSpPr>
            <a:cxnSpLocks/>
          </p:cNvCxnSpPr>
          <p:nvPr/>
        </p:nvCxnSpPr>
        <p:spPr>
          <a:xfrm>
            <a:off x="610104" y="3166756"/>
            <a:ext cx="768350" cy="0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B4B66DB-D841-2E1E-BBE7-90BC3236CC18}"/>
              </a:ext>
            </a:extLst>
          </p:cNvPr>
          <p:cNvSpPr txBox="1"/>
          <p:nvPr/>
        </p:nvSpPr>
        <p:spPr>
          <a:xfrm>
            <a:off x="361253" y="4096324"/>
            <a:ext cx="1222750" cy="815608"/>
          </a:xfrm>
          <a:prstGeom prst="rect">
            <a:avLst/>
          </a:prstGeom>
          <a:solidFill>
            <a:schemeClr val="accent6">
              <a:lumMod val="40000"/>
              <a:lumOff val="60000"/>
              <a:alpha val="50196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dirty="0" err="1"/>
              <a:t>원료육</a:t>
            </a:r>
            <a:endParaRPr lang="en-US" altLang="ko-KR" sz="1100" b="1" dirty="0"/>
          </a:p>
          <a:p>
            <a:pPr algn="ctr">
              <a:lnSpc>
                <a:spcPct val="150000"/>
              </a:lnSpc>
            </a:pPr>
            <a:r>
              <a:rPr lang="ko-KR" altLang="en-US" sz="1100" b="1" dirty="0" err="1"/>
              <a:t>이동동선</a:t>
            </a:r>
            <a:endParaRPr lang="en-US" altLang="ko-KR" sz="1100" b="1" dirty="0"/>
          </a:p>
          <a:p>
            <a:pPr algn="ctr"/>
            <a:endParaRPr lang="ko-KR" altLang="en-US" sz="1400" b="1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FECA4AA-FDD8-7187-7CB5-DCB7E8F3AEFF}"/>
              </a:ext>
            </a:extLst>
          </p:cNvPr>
          <p:cNvCxnSpPr>
            <a:cxnSpLocks/>
          </p:cNvCxnSpPr>
          <p:nvPr/>
        </p:nvCxnSpPr>
        <p:spPr>
          <a:xfrm>
            <a:off x="610104" y="4741556"/>
            <a:ext cx="76835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70D901F-D86D-E7A7-30DB-7B8B63D0384D}"/>
              </a:ext>
            </a:extLst>
          </p:cNvPr>
          <p:cNvCxnSpPr>
            <a:cxnSpLocks/>
          </p:cNvCxnSpPr>
          <p:nvPr/>
        </p:nvCxnSpPr>
        <p:spPr>
          <a:xfrm>
            <a:off x="2967800" y="1757056"/>
            <a:ext cx="7683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529B78D-7EEF-E5AB-8175-9376F721280B}"/>
              </a:ext>
            </a:extLst>
          </p:cNvPr>
          <p:cNvCxnSpPr>
            <a:cxnSpLocks/>
          </p:cNvCxnSpPr>
          <p:nvPr/>
        </p:nvCxnSpPr>
        <p:spPr>
          <a:xfrm rot="10800000">
            <a:off x="2949563" y="1890356"/>
            <a:ext cx="7683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3B9B543-45A0-8821-0B94-AB0B2EFB987A}"/>
              </a:ext>
            </a:extLst>
          </p:cNvPr>
          <p:cNvCxnSpPr>
            <a:cxnSpLocks/>
          </p:cNvCxnSpPr>
          <p:nvPr/>
        </p:nvCxnSpPr>
        <p:spPr>
          <a:xfrm rot="5400000">
            <a:off x="3610217" y="2454195"/>
            <a:ext cx="7683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999E970-2282-939E-7B69-13FD4D9FA390}"/>
              </a:ext>
            </a:extLst>
          </p:cNvPr>
          <p:cNvCxnSpPr>
            <a:cxnSpLocks/>
          </p:cNvCxnSpPr>
          <p:nvPr/>
        </p:nvCxnSpPr>
        <p:spPr>
          <a:xfrm rot="16200000">
            <a:off x="3504688" y="2447755"/>
            <a:ext cx="7683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2846BCB-F837-F4D9-3A49-D610616ED918}"/>
              </a:ext>
            </a:extLst>
          </p:cNvPr>
          <p:cNvCxnSpPr>
            <a:cxnSpLocks/>
          </p:cNvCxnSpPr>
          <p:nvPr/>
        </p:nvCxnSpPr>
        <p:spPr>
          <a:xfrm rot="5400000">
            <a:off x="4013589" y="2454195"/>
            <a:ext cx="76835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33FA01B-DD06-F93C-8C0B-6F305547583E}"/>
              </a:ext>
            </a:extLst>
          </p:cNvPr>
          <p:cNvCxnSpPr>
            <a:cxnSpLocks/>
          </p:cNvCxnSpPr>
          <p:nvPr/>
        </p:nvCxnSpPr>
        <p:spPr>
          <a:xfrm rot="16200000">
            <a:off x="3908060" y="2447755"/>
            <a:ext cx="76835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7D94CA0-142B-34A5-8E78-9F4E006642EB}"/>
              </a:ext>
            </a:extLst>
          </p:cNvPr>
          <p:cNvCxnSpPr>
            <a:cxnSpLocks/>
          </p:cNvCxnSpPr>
          <p:nvPr/>
        </p:nvCxnSpPr>
        <p:spPr>
          <a:xfrm rot="5400000">
            <a:off x="6172589" y="2782581"/>
            <a:ext cx="76835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FA38E57-B085-FFFB-C8EF-530C8D87E456}"/>
              </a:ext>
            </a:extLst>
          </p:cNvPr>
          <p:cNvCxnSpPr>
            <a:cxnSpLocks/>
          </p:cNvCxnSpPr>
          <p:nvPr/>
        </p:nvCxnSpPr>
        <p:spPr>
          <a:xfrm flipH="1">
            <a:off x="6506678" y="1757056"/>
            <a:ext cx="8925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E56D9F4-C0E9-0E61-B44A-99DC36C96F6A}"/>
              </a:ext>
            </a:extLst>
          </p:cNvPr>
          <p:cNvCxnSpPr>
            <a:cxnSpLocks/>
          </p:cNvCxnSpPr>
          <p:nvPr/>
        </p:nvCxnSpPr>
        <p:spPr>
          <a:xfrm flipH="1">
            <a:off x="8297861" y="5319406"/>
            <a:ext cx="8925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BDD18E9-0D55-543E-1870-204ED25172F6}"/>
              </a:ext>
            </a:extLst>
          </p:cNvPr>
          <p:cNvCxnSpPr>
            <a:cxnSpLocks/>
          </p:cNvCxnSpPr>
          <p:nvPr/>
        </p:nvCxnSpPr>
        <p:spPr>
          <a:xfrm>
            <a:off x="7556121" y="1181710"/>
            <a:ext cx="768350" cy="0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4AE6C11-42D5-B0FF-2305-F1D14199F7E5}"/>
              </a:ext>
            </a:extLst>
          </p:cNvPr>
          <p:cNvCxnSpPr>
            <a:cxnSpLocks/>
          </p:cNvCxnSpPr>
          <p:nvPr/>
        </p:nvCxnSpPr>
        <p:spPr>
          <a:xfrm rot="10800000">
            <a:off x="7537884" y="1315010"/>
            <a:ext cx="768350" cy="0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E45D44AC-4343-772C-822B-2C80F7826607}"/>
              </a:ext>
            </a:extLst>
          </p:cNvPr>
          <p:cNvCxnSpPr>
            <a:cxnSpLocks/>
          </p:cNvCxnSpPr>
          <p:nvPr/>
        </p:nvCxnSpPr>
        <p:spPr>
          <a:xfrm>
            <a:off x="2936050" y="1181710"/>
            <a:ext cx="768350" cy="0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FF545A7-5ED4-91AC-6C9C-8A45654753A5}"/>
              </a:ext>
            </a:extLst>
          </p:cNvPr>
          <p:cNvCxnSpPr>
            <a:cxnSpLocks/>
          </p:cNvCxnSpPr>
          <p:nvPr/>
        </p:nvCxnSpPr>
        <p:spPr>
          <a:xfrm rot="10800000">
            <a:off x="2917813" y="1315010"/>
            <a:ext cx="768350" cy="0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8E35031-4F97-7C68-D115-4D4E73588D2C}"/>
              </a:ext>
            </a:extLst>
          </p:cNvPr>
          <p:cNvCxnSpPr>
            <a:cxnSpLocks/>
          </p:cNvCxnSpPr>
          <p:nvPr/>
        </p:nvCxnSpPr>
        <p:spPr>
          <a:xfrm flipH="1">
            <a:off x="7552360" y="2529947"/>
            <a:ext cx="768351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2508685-375E-05FC-640C-76A994FC0F3A}"/>
              </a:ext>
            </a:extLst>
          </p:cNvPr>
          <p:cNvSpPr txBox="1"/>
          <p:nvPr/>
        </p:nvSpPr>
        <p:spPr>
          <a:xfrm>
            <a:off x="361253" y="5090559"/>
            <a:ext cx="1222750" cy="815608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dirty="0"/>
              <a:t>완제품</a:t>
            </a:r>
            <a:endParaRPr lang="en-US" altLang="ko-KR" sz="1100" b="1" dirty="0"/>
          </a:p>
          <a:p>
            <a:pPr algn="ctr">
              <a:lnSpc>
                <a:spcPct val="150000"/>
              </a:lnSpc>
            </a:pPr>
            <a:r>
              <a:rPr lang="ko-KR" altLang="en-US" sz="1100" b="1" dirty="0" err="1"/>
              <a:t>이동동선</a:t>
            </a:r>
            <a:endParaRPr lang="en-US" altLang="ko-KR" sz="1100" b="1" dirty="0"/>
          </a:p>
          <a:p>
            <a:pPr algn="ctr"/>
            <a:endParaRPr lang="ko-KR" altLang="en-US" sz="1400" b="1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C4EB2A1-E35A-0893-3724-7C537607BB14}"/>
              </a:ext>
            </a:extLst>
          </p:cNvPr>
          <p:cNvCxnSpPr>
            <a:cxnSpLocks/>
          </p:cNvCxnSpPr>
          <p:nvPr/>
        </p:nvCxnSpPr>
        <p:spPr>
          <a:xfrm>
            <a:off x="588453" y="5750806"/>
            <a:ext cx="76835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0F6477F-442A-ABB7-A546-E54D57A22C33}"/>
              </a:ext>
            </a:extLst>
          </p:cNvPr>
          <p:cNvCxnSpPr>
            <a:cxnSpLocks/>
          </p:cNvCxnSpPr>
          <p:nvPr/>
        </p:nvCxnSpPr>
        <p:spPr>
          <a:xfrm>
            <a:off x="6578113" y="5352583"/>
            <a:ext cx="76835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1EA0025-D2A3-BB7B-7C47-B798EEE08B6E}"/>
              </a:ext>
            </a:extLst>
          </p:cNvPr>
          <p:cNvCxnSpPr>
            <a:cxnSpLocks/>
          </p:cNvCxnSpPr>
          <p:nvPr/>
        </p:nvCxnSpPr>
        <p:spPr>
          <a:xfrm>
            <a:off x="8422075" y="5750806"/>
            <a:ext cx="76835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5CA6BF8-06D0-61D4-C479-9E30BDAE4804}"/>
              </a:ext>
            </a:extLst>
          </p:cNvPr>
          <p:cNvCxnSpPr>
            <a:cxnSpLocks/>
          </p:cNvCxnSpPr>
          <p:nvPr/>
        </p:nvCxnSpPr>
        <p:spPr>
          <a:xfrm flipH="1">
            <a:off x="7411258" y="3247732"/>
            <a:ext cx="4062" cy="714012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C62AC69-1996-7E27-D548-D2AA6B2394AF}"/>
              </a:ext>
            </a:extLst>
          </p:cNvPr>
          <p:cNvCxnSpPr>
            <a:cxnSpLocks/>
          </p:cNvCxnSpPr>
          <p:nvPr/>
        </p:nvCxnSpPr>
        <p:spPr>
          <a:xfrm flipV="1">
            <a:off x="7301867" y="3247732"/>
            <a:ext cx="0" cy="686325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98A68AE-C40C-527D-0C24-8AE14647A8E1}"/>
              </a:ext>
            </a:extLst>
          </p:cNvPr>
          <p:cNvCxnSpPr>
            <a:cxnSpLocks/>
          </p:cNvCxnSpPr>
          <p:nvPr/>
        </p:nvCxnSpPr>
        <p:spPr>
          <a:xfrm flipH="1">
            <a:off x="7443910" y="5630240"/>
            <a:ext cx="4062" cy="714012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D833368-B523-E34E-C749-58E3C7E8D001}"/>
              </a:ext>
            </a:extLst>
          </p:cNvPr>
          <p:cNvCxnSpPr>
            <a:cxnSpLocks/>
          </p:cNvCxnSpPr>
          <p:nvPr/>
        </p:nvCxnSpPr>
        <p:spPr>
          <a:xfrm flipV="1">
            <a:off x="7334519" y="5630240"/>
            <a:ext cx="0" cy="686325"/>
          </a:xfrm>
          <a:prstGeom prst="straightConnector1">
            <a:avLst/>
          </a:prstGeom>
          <a:ln w="38100">
            <a:solidFill>
              <a:srgbClr val="E9410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03F6556-1E52-E0CA-8D11-B8B2B6C34B4D}"/>
              </a:ext>
            </a:extLst>
          </p:cNvPr>
          <p:cNvCxnSpPr>
            <a:cxnSpLocks/>
          </p:cNvCxnSpPr>
          <p:nvPr/>
        </p:nvCxnSpPr>
        <p:spPr>
          <a:xfrm>
            <a:off x="7552361" y="2762845"/>
            <a:ext cx="76835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E97C572-4F73-553B-9E05-C9C02FD367ED}"/>
              </a:ext>
            </a:extLst>
          </p:cNvPr>
          <p:cNvCxnSpPr>
            <a:cxnSpLocks/>
          </p:cNvCxnSpPr>
          <p:nvPr/>
        </p:nvCxnSpPr>
        <p:spPr>
          <a:xfrm>
            <a:off x="7552361" y="2875314"/>
            <a:ext cx="768350" cy="0"/>
          </a:xfrm>
          <a:prstGeom prst="straightConnector1">
            <a:avLst/>
          </a:prstGeom>
          <a:ln w="38100">
            <a:solidFill>
              <a:srgbClr val="002060"/>
            </a:solidFill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D9C5651-D319-B144-3119-F5EF60E6BFD3}"/>
              </a:ext>
            </a:extLst>
          </p:cNvPr>
          <p:cNvGrpSpPr/>
          <p:nvPr/>
        </p:nvGrpSpPr>
        <p:grpSpPr>
          <a:xfrm>
            <a:off x="7572103" y="3663295"/>
            <a:ext cx="1972641" cy="1030628"/>
            <a:chOff x="7572103" y="3663295"/>
            <a:chExt cx="1972641" cy="1030628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F491C6E-429A-24B2-50F7-26A3F437A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2103" y="4331922"/>
              <a:ext cx="295316" cy="362001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808685D-B00A-2871-EE04-2E35CB3E4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2481" y="3663295"/>
              <a:ext cx="295316" cy="362001"/>
            </a:xfrm>
            <a:prstGeom prst="rect">
              <a:avLst/>
            </a:prstGeom>
          </p:spPr>
        </p:pic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B6A7C521-68D5-699F-CBFA-A35E6F946112}"/>
                </a:ext>
              </a:extLst>
            </p:cNvPr>
            <p:cNvCxnSpPr>
              <a:cxnSpLocks/>
            </p:cNvCxnSpPr>
            <p:nvPr/>
          </p:nvCxnSpPr>
          <p:spPr>
            <a:xfrm>
              <a:off x="8478982" y="4128599"/>
              <a:ext cx="106576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CAE11DA-5F9E-7120-DFD3-0FF038C4A396}"/>
              </a:ext>
            </a:extLst>
          </p:cNvPr>
          <p:cNvCxnSpPr>
            <a:cxnSpLocks/>
          </p:cNvCxnSpPr>
          <p:nvPr/>
        </p:nvCxnSpPr>
        <p:spPr>
          <a:xfrm>
            <a:off x="7543861" y="3768218"/>
            <a:ext cx="76835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03E9AC1-3BF1-CA3F-92DA-C21F2D98F3AF}"/>
              </a:ext>
            </a:extLst>
          </p:cNvPr>
          <p:cNvCxnSpPr>
            <a:cxnSpLocks/>
          </p:cNvCxnSpPr>
          <p:nvPr/>
        </p:nvCxnSpPr>
        <p:spPr>
          <a:xfrm>
            <a:off x="7543861" y="3884437"/>
            <a:ext cx="768350" cy="0"/>
          </a:xfrm>
          <a:prstGeom prst="straightConnector1">
            <a:avLst/>
          </a:prstGeom>
          <a:ln w="38100">
            <a:solidFill>
              <a:srgbClr val="002060"/>
            </a:solidFill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92CDF8A-71DA-F133-535F-447207CA31D1}"/>
              </a:ext>
            </a:extLst>
          </p:cNvPr>
          <p:cNvSpPr/>
          <p:nvPr/>
        </p:nvSpPr>
        <p:spPr>
          <a:xfrm>
            <a:off x="4665008" y="1879583"/>
            <a:ext cx="797624" cy="213916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가공실</a:t>
            </a:r>
            <a:r>
              <a:rPr lang="en-US" altLang="ko-KR" sz="1100" b="1" dirty="0">
                <a:solidFill>
                  <a:schemeClr val="tx1"/>
                </a:solidFill>
              </a:rPr>
              <a:t>1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474C371-8D33-404F-9E6F-191A1D190264}"/>
              </a:ext>
            </a:extLst>
          </p:cNvPr>
          <p:cNvSpPr/>
          <p:nvPr/>
        </p:nvSpPr>
        <p:spPr>
          <a:xfrm>
            <a:off x="5010446" y="4254646"/>
            <a:ext cx="797624" cy="355454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가공실</a:t>
            </a:r>
            <a:r>
              <a:rPr lang="en-US" altLang="ko-KR" sz="1100" b="1" dirty="0">
                <a:solidFill>
                  <a:schemeClr val="tx1"/>
                </a:solidFill>
              </a:rPr>
              <a:t>2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3D95943-A4DA-97CE-DE85-6F8253C906A9}"/>
              </a:ext>
            </a:extLst>
          </p:cNvPr>
          <p:cNvCxnSpPr>
            <a:cxnSpLocks/>
          </p:cNvCxnSpPr>
          <p:nvPr/>
        </p:nvCxnSpPr>
        <p:spPr>
          <a:xfrm rot="16200000">
            <a:off x="7014305" y="4868702"/>
            <a:ext cx="76835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61EA2B4-E351-475A-05E9-55CD61B0482F}"/>
              </a:ext>
            </a:extLst>
          </p:cNvPr>
          <p:cNvSpPr/>
          <p:nvPr/>
        </p:nvSpPr>
        <p:spPr>
          <a:xfrm>
            <a:off x="8504457" y="3648816"/>
            <a:ext cx="797624" cy="355454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완제품</a:t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냉장실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751D402-47DB-440C-CE47-96179D658C43}"/>
              </a:ext>
            </a:extLst>
          </p:cNvPr>
          <p:cNvSpPr/>
          <p:nvPr/>
        </p:nvSpPr>
        <p:spPr>
          <a:xfrm>
            <a:off x="8484934" y="4355089"/>
            <a:ext cx="797624" cy="355454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원료육</a:t>
            </a:r>
            <a:br>
              <a:rPr lang="en-US" altLang="ko-KR" sz="1100" b="1" dirty="0">
                <a:solidFill>
                  <a:schemeClr val="tx1"/>
                </a:solidFill>
              </a:rPr>
            </a:br>
            <a:r>
              <a:rPr lang="ko-KR" altLang="en-US" sz="1100" b="1" dirty="0">
                <a:solidFill>
                  <a:schemeClr val="tx1"/>
                </a:solidFill>
              </a:rPr>
              <a:t>냉장실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A9F29722-809D-B52E-31FA-A8D304D11DA0}"/>
              </a:ext>
            </a:extLst>
          </p:cNvPr>
          <p:cNvCxnSpPr>
            <a:cxnSpLocks/>
          </p:cNvCxnSpPr>
          <p:nvPr/>
        </p:nvCxnSpPr>
        <p:spPr>
          <a:xfrm>
            <a:off x="7537884" y="4432373"/>
            <a:ext cx="684995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FA24498-B92E-6DA2-75D9-0D0B23AAE366}"/>
              </a:ext>
            </a:extLst>
          </p:cNvPr>
          <p:cNvCxnSpPr>
            <a:cxnSpLocks/>
          </p:cNvCxnSpPr>
          <p:nvPr/>
        </p:nvCxnSpPr>
        <p:spPr>
          <a:xfrm flipH="1">
            <a:off x="7529508" y="4574973"/>
            <a:ext cx="693371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A8D2396-FC1B-3CE6-5F4B-9731FA9FCE18}"/>
              </a:ext>
            </a:extLst>
          </p:cNvPr>
          <p:cNvCxnSpPr>
            <a:cxnSpLocks/>
          </p:cNvCxnSpPr>
          <p:nvPr/>
        </p:nvCxnSpPr>
        <p:spPr>
          <a:xfrm>
            <a:off x="7552360" y="2627937"/>
            <a:ext cx="75387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026930B-0529-902D-4072-1FA1C3D854A5}"/>
              </a:ext>
            </a:extLst>
          </p:cNvPr>
          <p:cNvCxnSpPr>
            <a:cxnSpLocks/>
          </p:cNvCxnSpPr>
          <p:nvPr/>
        </p:nvCxnSpPr>
        <p:spPr>
          <a:xfrm rot="5400000">
            <a:off x="4446617" y="5252877"/>
            <a:ext cx="7683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306FC83-67E7-F1ED-C924-939EEA856403}"/>
              </a:ext>
            </a:extLst>
          </p:cNvPr>
          <p:cNvCxnSpPr>
            <a:cxnSpLocks/>
          </p:cNvCxnSpPr>
          <p:nvPr/>
        </p:nvCxnSpPr>
        <p:spPr>
          <a:xfrm rot="16200000">
            <a:off x="4341088" y="5246437"/>
            <a:ext cx="7683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3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7273</TotalTime>
  <Words>68</Words>
  <Application>Microsoft Office PowerPoint</Application>
  <PresentationFormat>A4 용지(210x297mm)</PresentationFormat>
  <Paragraphs>44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상영 김</dc:creator>
  <cp:lastModifiedBy>상영 김</cp:lastModifiedBy>
  <cp:revision>23</cp:revision>
  <cp:lastPrinted>2026-03-26T06:31:43Z</cp:lastPrinted>
  <dcterms:created xsi:type="dcterms:W3CDTF">2025-12-15T04:29:50Z</dcterms:created>
  <dcterms:modified xsi:type="dcterms:W3CDTF">2026-05-14T01:43:01Z</dcterms:modified>
</cp:coreProperties>
</file>